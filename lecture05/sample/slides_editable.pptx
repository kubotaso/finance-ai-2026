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Noto Sans CJK JP"/>
        <a:ea typeface="Noto Sans CJK JP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Noto Sans CJK JP"/>
          <a:ea typeface="Noto Sans CJK JP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Noto Sans CJK JP"/>
          <a:ea typeface="Noto Sans CJK JP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Noto Sans CJK JP"/>
          <a:ea typeface="Noto Sans CJK JP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Noto Sans CJK JP"/>
          <a:ea typeface="Noto Sans CJK JP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Noto Sans CJK JP"/>
          <a:ea typeface="Noto Sans CJK JP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Noto Sans CJK JP"/>
          <a:ea typeface="Noto Sans CJK JP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日米の短期市場金利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2015年から2026年まで</a:t>
            </a:r>
          </a:p>
          <a:p>
            <a:pPr lvl="0" indent="0" marL="0">
              <a:buNone/>
            </a:pPr>
            <a:r>
              <a:rPr/>
              <a:t>久保田荘　2026年10月15日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同じdataから、reportとslide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Noto Sans CJK JP"/>
              </a:rPr>
              <a:t>report.md</a:t>
            </a:r>
            <a:r>
              <a:rPr/>
              <a:t> と </a:t>
            </a:r>
            <a:r>
              <a:rPr>
                <a:latin typeface="Noto Sans CJK JP"/>
              </a:rPr>
              <a:t>slides.md</a:t>
            </a:r>
            <a:r>
              <a:rPr/>
              <a:t> は別のfile</a:t>
            </a:r>
          </a:p>
          <a:p>
            <a:pPr lvl="0"/>
            <a:r>
              <a:rPr/>
              <a:t>図は共通の </a:t>
            </a:r>
            <a:r>
              <a:rPr>
                <a:latin typeface="Noto Sans CJK JP"/>
              </a:rPr>
              <a:t>figures/</a:t>
            </a:r>
            <a:r>
              <a:rPr/>
              <a:t> を見る</a:t>
            </a:r>
          </a:p>
          <a:p>
            <a:pPr lvl="0"/>
            <a:r>
              <a:rPr/>
              <a:t>記法は同じ。</a:t>
            </a:r>
            <a:r>
              <a:rPr>
                <a:latin typeface="Noto Sans CJK JP"/>
              </a:rPr>
              <a:t>---</a:t>
            </a:r>
            <a:r>
              <a:rPr/>
              <a:t> で頁を区切るところだけが違う</a:t>
            </a:r>
          </a:p>
          <a:p>
            <a:pPr lvl="0" indent="0" marL="0">
              <a:buNone/>
            </a:pPr>
            <a:r>
              <a:rPr b="1"/>
              <a:t>slideは箇条書きと図。reportの文章をそのまま貼ると入らない。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図を貼る</a:t>
            </a:r>
          </a:p>
        </p:txBody>
      </p:sp>
      <p:pic>
        <p:nvPicPr>
          <p:cNvPr descr="figures/fig01_policy_ra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46200" y="1193800"/>
            <a:ext cx="6464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背景画像と編集可能な画像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Marpでは図を背景として配置できます。編集版では通常の画像として配置しています。</a:t>
            </a:r>
          </a:p>
          <a:p>
            <a:pPr lvl="0" indent="0" marL="0">
              <a:buNone/>
            </a:pPr>
            <a:r>
              <a:rPr/>
              <a:t>図の見せ方はPDFとこのPPTXで比較できます。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米国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2022年3月まで 0.2%</a:t>
            </a:r>
          </a:p>
          <a:p>
            <a:pPr lvl="0"/>
            <a:r>
              <a:rPr/>
              <a:t>2023年8月に </a:t>
            </a:r>
            <a:r>
              <a:rPr b="1"/>
              <a:t>5.33%</a:t>
            </a:r>
            <a:r>
              <a:rPr/>
              <a:t> でピーク</a:t>
            </a:r>
          </a:p>
          <a:p>
            <a:pPr lvl="0"/>
            <a:r>
              <a:rPr/>
              <a:t>直近（2026年8月）は 3.63%</a:t>
            </a:r>
          </a:p>
          <a:p>
            <a:pPr lvl="0" indent="0" marL="0">
              <a:buNone/>
            </a:pPr>
            <a:r>
              <a:rPr/>
              <a:t>17か月で5.1%ポイント上げた計算になります。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日本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2016年3月にマイナス入り</a:t>
            </a:r>
          </a:p>
          <a:p>
            <a:pPr lvl="0"/>
            <a:r>
              <a:rPr/>
              <a:t>最も低いのは2018年6月の −0.071%</a:t>
            </a:r>
          </a:p>
          <a:p>
            <a:pPr lvl="0"/>
            <a:r>
              <a:rPr/>
              <a:t>2024年3月に解除、2026年7月は </a:t>
            </a:r>
            <a:r>
              <a:rPr b="1"/>
              <a:t>0.978%</a:t>
            </a:r>
          </a:p>
          <a:p>
            <a:pPr lvl="0" indent="0" marL="0">
              <a:buNone/>
            </a:pPr>
            <a:r>
              <a:rPr/>
              <a:t>マイナス金利は8年続きました。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数式も書ける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金利差を次のように定義します。</a:t>
            </a:r>
          </a:p>
          <a:p>
            <a:pPr lvl="0" indent="0" marL="0">
              <a:buNone/>
            </a:pPr>
            <a:r>
              <a:rPr/>
              <a:t>sₜ = iₜ(US) − iₜ(JP)</a:t>
            </a:r>
          </a:p>
          <a:p>
            <a:pPr lvl="0" indent="0" marL="0">
              <a:buNone/>
            </a:pPr>
            <a:r>
              <a:rPr/>
              <a:t>2023年に5%ポイントを超え、いまは2.7%ポイント前後です。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書き出し方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Noto Sans CJK JP"/>
              </a:rPr>
              <a:t>marp slides.md --pdf --allow-local-files --no-stdin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 CJK JP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 panose="020F0302020204030204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 panose="020F0502020204030204"/>
        <a:ea typeface="Noto Sans CJK JP"/>
        <a:cs typeface="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2026-09-17T15:45:40Z</dcterms:created>
  <dcterms:modified xsi:type="dcterms:W3CDTF">2026-09-17T15:45:40Z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