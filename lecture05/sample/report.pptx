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Noto Sans CJK JP"/>
          <a:ea typeface="Noto Sans CJK JP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Noto Sans CJK JP"/>
          <a:ea typeface="Noto Sans CJK JP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Noto Sans CJK JP"/>
          <a:ea typeface="Noto Sans CJK JP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Noto Sans CJK JP"/>
          <a:ea typeface="Noto Sans CJK JP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日米の短期市場金利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2015年1月〜2026年8月の月平均</a:t>
            </a:r>
            <a:br/>
            <a:br/>
            <a:r>
              <a:rPr/>
              <a:t>久保田荘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2026年10月15日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比較する系列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日本：無担保コール翌日物の月平均です。</a:t>
            </a:r>
          </a:p>
          <a:p>
            <a:pPr lvl="0"/>
            <a:r>
              <a:rPr/>
              <a:t>米国：実効Federal Funds Rateの月平均です。</a:t>
            </a:r>
          </a:p>
          <a:p>
            <a:pPr lvl="0"/>
            <a:r>
              <a:rPr/>
              <a:t>政策の誘導目標そのものではありません。</a:t>
            </a:r>
          </a:p>
          <a:p>
            <a:pPr lvl="0"/>
            <a:r>
              <a:rPr/>
              <a:t>元教材の140か月分を使います。原取得日は未確認です。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出所と保存先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日本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日本銀行「主要時系列統計データ表」FM02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米国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FRED </a:t>
                      </a:r>
                      <a:r>
                        <a:rPr>
                          <a:latin typeface="Noto Sans CJK JP"/>
                        </a:rPr>
                        <a:t>FEDFUNDS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入力は </a:t>
            </a:r>
            <a:r>
              <a:rPr>
                <a:latin typeface="Noto Sans CJK JP"/>
              </a:rPr>
              <a:t>data/policy_rates.csv</a:t>
            </a:r>
            <a:r>
              <a:rPr/>
              <a:t>、図は </a:t>
            </a:r>
            <a:r>
              <a:rPr>
                <a:latin typeface="Noto Sans CJK JP"/>
              </a:rPr>
              <a:t>figures/fig01_policy_rates.png</a:t>
            </a:r>
            <a:r>
              <a:rPr/>
              <a:t> です。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月平均金利の推移</a:t>
            </a:r>
          </a:p>
        </p:txBody>
      </p:sp>
      <p:pic>
        <p:nvPicPr>
          <p:cNvPr descr="figures/fig01_policy_r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64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米国の数値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2022年3月：0.20%です。</a:t>
            </a:r>
          </a:p>
          <a:p>
            <a:pPr lvl="0"/>
            <a:r>
              <a:rPr/>
              <a:t>2023年8月：5.33%です。</a:t>
            </a:r>
          </a:p>
          <a:p>
            <a:pPr lvl="0"/>
            <a:r>
              <a:rPr/>
              <a:t>2026年8月：3.63%です。</a:t>
            </a:r>
          </a:p>
          <a:p>
            <a:pPr lvl="0"/>
            <a:r>
              <a:rPr/>
              <a:t>最初の2時点の差は5.13%ポイントです。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日本の数値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2016年3月から2024年2月までマイナスでした。</a:t>
            </a:r>
          </a:p>
          <a:p>
            <a:pPr lvl="0"/>
            <a:r>
              <a:rPr/>
              <a:t>2018年6月：−0.071%です。</a:t>
            </a:r>
          </a:p>
          <a:p>
            <a:pPr lvl="0"/>
            <a:r>
              <a:rPr/>
              <a:t>2024年3月：0.022%です。</a:t>
            </a:r>
          </a:p>
          <a:p>
            <a:pPr lvl="0"/>
            <a:r>
              <a:rPr/>
              <a:t>2026年7月：0.978%です。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金利差の定義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米国の実効FF金利から、日本のコール翌日物金利を引きます。</a:t>
            </a:r>
          </a:p>
          <a:p>
            <a:pPr lvl="0" indent="0" marL="0">
              <a:buNone/>
            </a:pPr>
            <a:r>
              <a:rPr/>
              <a:t>sₜ = iₜ(US) − iₜ(JP)</a:t>
            </a:r>
          </a:p>
          <a:p>
            <a:pPr lvl="0" indent="0" marL="0">
              <a:buNone/>
            </a:pPr>
            <a:r>
              <a:rPr/>
              <a:t>差の単位は%ポイントです。系列の水準の単位と区別します。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図と文章の更新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PythonでCSVを読み、同じpathへ図を保存します。</a:t>
            </a:r>
          </a:p>
          <a:p>
            <a:pPr lvl="0"/>
            <a:r>
              <a:rPr/>
              <a:t>更新後は図の終点と対象期間を確かめます。</a:t>
            </a:r>
          </a:p>
          <a:p>
            <a:pPr lvl="0"/>
            <a:r>
              <a:rPr/>
              <a:t>本文の数字と結論も、更新したCSVと照合します。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文書とスライド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Noto Sans CJK JP"/>
              </a:rPr>
              <a:t>report.md</a:t>
            </a:r>
            <a:r>
              <a:rPr/>
              <a:t> は説明と記法の見本です。このスライドは </a:t>
            </a:r>
            <a:r>
              <a:rPr>
                <a:latin typeface="Noto Sans CJK JP"/>
              </a:rPr>
              <a:t>report_slides.md</a:t>
            </a:r>
            <a:r>
              <a:rPr/>
              <a:t> から作り、長いcodeや記法一覧は文書側で確認します。</a:t>
            </a:r>
          </a:p>
          <a:p>
            <a:pPr lvl="0" indent="0" marL="0">
              <a:buNone/>
            </a:pPr>
            <a:r>
              <a:rPr/>
              <a:t>図と表を共有しても、スライドの区切りと文章量は出力に合わせて調整します。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出典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日本銀行：無担保コールレート（翌日物）</a:t>
            </a:r>
          </a:p>
          <a:p>
            <a:pPr lvl="0"/>
            <a:r>
              <a:rPr/>
              <a:t>FRED：FEDFUNDS</a:t>
            </a:r>
          </a:p>
          <a:p>
            <a:pPr lvl="0"/>
            <a:r>
              <a:rPr/>
              <a:t>保存済みCSVの再利用です。今回の再取得はありません。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JP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 panose="020F0302020204030204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 panose="020F0502020204030204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日米の短期市場金利</dc:title>
  <dc:creator>久保田荘</dc:creator>
  <cp:keywords/>
  <dcterms:created xsi:type="dcterms:W3CDTF">2026-09-17T15:44:44Z</dcterms:created>
  <dcterms:modified xsi:type="dcterms:W3CDTF">2026-09-17T15:44:44Z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2026年10月15日</vt:lpwstr>
  </property>
  <property fmtid="{D5CDD505-2E9C-101B-9397-08002B2CF9AE}" pid="3" name="subtitle">
    <vt:lpwstr>2015年1月〜2026年8月の月平均</vt:lpwstr>
  </property>
</Properties>
</file>